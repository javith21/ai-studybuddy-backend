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AI Assistant for Smarter Learning and Study Support</a:t>
            </a:r>
          </a:p>
          <a:p>
            <a:pPr>
              <a:spcAft>
                <a:spcPts val="1000"/>
              </a:spcAft>
              <a:defRPr sz="2100"/>
            </a:pPr>
            <a:r>
              <a:t>Backend: Node.js • Express.js • MongoDB • Gemini AI</a:t>
            </a:r>
          </a:p>
          <a:p>
            <a:pPr>
              <a:spcAft>
                <a:spcPts val="1000"/>
              </a:spcAft>
              <a:defRPr sz="2100"/>
            </a:pPr>
            <a:r>
              <a:t>Scenario: Rahul — engineering student preparing for exams and placements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Study materials are scattered across PDFs, notes, textbooks and online resources.</a:t>
            </a:r>
          </a:p>
          <a:p>
            <a:pPr>
              <a:spcAft>
                <a:spcPts val="1000"/>
              </a:spcAft>
              <a:defRPr sz="2100"/>
            </a:pPr>
            <a:r>
              <a:t>Manual summarization, flashcard creation and quiz preparation consume valuable study time.</a:t>
            </a:r>
          </a:p>
          <a:p>
            <a:pPr>
              <a:spcAft>
                <a:spcPts val="1000"/>
              </a:spcAft>
              <a:defRPr sz="2100"/>
            </a:pPr>
            <a:r>
              <a:t>Students need revision plans that adapt to exam dates and available study hours.</a:t>
            </a:r>
          </a:p>
          <a:p>
            <a:pPr>
              <a:spcAft>
                <a:spcPts val="1000"/>
              </a:spcAft>
              <a:defRPr sz="2100"/>
            </a:pPr>
            <a:r>
              <a:t>Switching between separate tools reduces productivity and makes resources harder to manage.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 centralized AI-powered learning backend exposed through secure REST APIs.</a:t>
            </a:r>
          </a:p>
          <a:p>
            <a:pPr>
              <a:spcAft>
                <a:spcPts val="1000"/>
              </a:spcAft>
              <a:defRPr sz="2100"/>
            </a:pPr>
            <a:r>
              <a:t>Students upload or enter study material and request summaries, flashcards, quizzes or study plans.</a:t>
            </a:r>
          </a:p>
          <a:p>
            <a:pPr>
              <a:spcAft>
                <a:spcPts val="1000"/>
              </a:spcAft>
              <a:defRPr sz="2100"/>
            </a:pPr>
            <a:r>
              <a:t>Gemini dynamically generates educational content instead of relying on fixed templates.</a:t>
            </a:r>
          </a:p>
          <a:p>
            <a:pPr>
              <a:spcAft>
                <a:spcPts val="1000"/>
              </a:spcAft>
              <a:defRPr sz="2100"/>
            </a:pPr>
            <a:r>
              <a:t>MongoDB stores users, materials and generated learning resources for future retrieval.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Automate repetitive study preparation tasks.</a:t>
            </a:r>
          </a:p>
          <a:p>
            <a:pPr>
              <a:spcAft>
                <a:spcPts val="1000"/>
              </a:spcAft>
              <a:defRPr sz="2100"/>
            </a:pPr>
            <a:r>
              <a:t>Provide concise, exam-focused learning resources.</a:t>
            </a:r>
          </a:p>
          <a:p>
            <a:pPr>
              <a:spcAft>
                <a:spcPts val="1000"/>
              </a:spcAft>
              <a:defRPr sz="2100"/>
            </a:pPr>
            <a:r>
              <a:t>Support active recall through AI-generated flashcards.</a:t>
            </a:r>
          </a:p>
          <a:p>
            <a:pPr>
              <a:spcAft>
                <a:spcPts val="1000"/>
              </a:spcAft>
              <a:defRPr sz="2100"/>
            </a:pPr>
            <a:r>
              <a:t>Support self-assessment through multiple-choice quizzes.</a:t>
            </a:r>
          </a:p>
          <a:p>
            <a:pPr>
              <a:spcAft>
                <a:spcPts val="1000"/>
              </a:spcAft>
              <a:defRPr sz="2100"/>
            </a:pPr>
            <a:r>
              <a:t>Generate personalized study schedules.</a:t>
            </a:r>
          </a:p>
          <a:p>
            <a:pPr>
              <a:spcAft>
                <a:spcPts val="1000"/>
              </a:spcAft>
              <a:defRPr sz="2100"/>
            </a:pPr>
            <a:r>
              <a:t>Protect user data with JWT authentication, bcrypt password hashing and RBAC.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Frontend client: React.js (consumes REST APIs).</a:t>
            </a:r>
          </a:p>
          <a:p>
            <a:pPr>
              <a:spcAft>
                <a:spcPts val="1000"/>
              </a:spcAft>
              <a:defRPr sz="2100"/>
            </a:pPr>
            <a:r>
              <a:t>Backend: Node.js + Express.js.</a:t>
            </a:r>
          </a:p>
          <a:p>
            <a:pPr>
              <a:spcAft>
                <a:spcPts val="1000"/>
              </a:spcAft>
              <a:defRPr sz="2100"/>
            </a:pPr>
            <a:r>
              <a:t>Database: MongoDB + Mongoose ODM.</a:t>
            </a:r>
          </a:p>
          <a:p>
            <a:pPr>
              <a:spcAft>
                <a:spcPts val="1000"/>
              </a:spcAft>
              <a:defRPr sz="2100"/>
            </a:pPr>
            <a:r>
              <a:t>AI: Google Gemini API through @google/genai.</a:t>
            </a:r>
          </a:p>
          <a:p>
            <a:pPr>
              <a:spcAft>
                <a:spcPts val="1000"/>
              </a:spcAft>
              <a:defRPr sz="2100"/>
            </a:pPr>
            <a:r>
              <a:t>Security: JWT + bcryptjs + Role-Based Access Control.</a:t>
            </a:r>
          </a:p>
          <a:p>
            <a:pPr>
              <a:spcAft>
                <a:spcPts val="1000"/>
              </a:spcAft>
              <a:defRPr sz="2100"/>
            </a:pPr>
            <a:r>
              <a:t>Development/testing: VS Code, npm, Postman, Nodemon.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React Client</a:t>
            </a:r>
          </a:p>
          <a:p>
            <a:pPr>
              <a:spcAft>
                <a:spcPts val="1000"/>
              </a:spcAft>
              <a:defRPr sz="1800"/>
            </a:pPr>
            <a:r>
              <a:t>↓ HTTPS / REST API</a:t>
            </a:r>
          </a:p>
          <a:p>
            <a:pPr>
              <a:spcAft>
                <a:spcPts val="1000"/>
              </a:spcAft>
              <a:defRPr sz="1800"/>
            </a:pPr>
            <a:r>
              <a:t>Express.js Server</a:t>
            </a:r>
          </a:p>
          <a:p>
            <a:pPr>
              <a:spcAft>
                <a:spcPts val="1000"/>
              </a:spcAft>
              <a:defRPr sz="1800"/>
            </a:pPr>
            <a:r>
              <a:t>↓ JWT Authentication + RBAC</a:t>
            </a:r>
          </a:p>
          <a:p>
            <a:pPr>
              <a:spcAft>
                <a:spcPts val="1000"/>
              </a:spcAft>
              <a:defRPr sz="1800"/>
            </a:pPr>
            <a:r>
              <a:t>Controllers / Business Logic</a:t>
            </a:r>
          </a:p>
          <a:p>
            <a:pPr>
              <a:spcAft>
                <a:spcPts val="1000"/>
              </a:spcAft>
              <a:defRPr sz="1800"/>
            </a:pPr>
            <a:r>
              <a:t>↙                         ↘</a:t>
            </a:r>
          </a:p>
          <a:p>
            <a:pPr>
              <a:spcAft>
                <a:spcPts val="1000"/>
              </a:spcAft>
              <a:defRPr sz="1800"/>
            </a:pPr>
            <a:r>
              <a:t>MongoDB / Mongoose        Gemini AI Service</a:t>
            </a:r>
          </a:p>
          <a:p>
            <a:pPr>
              <a:spcAft>
                <a:spcPts val="1000"/>
              </a:spcAft>
              <a:defRPr sz="1800"/>
            </a:pPr>
            <a:r>
              <a:t>↓                         ↓</a:t>
            </a:r>
          </a:p>
          <a:p>
            <a:pPr>
              <a:spcAft>
                <a:spcPts val="1000"/>
              </a:spcAft>
              <a:defRPr sz="1800"/>
            </a:pPr>
            <a:r>
              <a:t>Stored learning data      Generated study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Authentication module — register, login, JWT verification.</a:t>
            </a:r>
          </a:p>
          <a:p>
            <a:pPr>
              <a:spcAft>
                <a:spcPts val="1000"/>
              </a:spcAft>
              <a:defRPr sz="2100"/>
            </a:pPr>
            <a:r>
              <a:t>Study Material module — create, upload and retrieve materials.</a:t>
            </a:r>
          </a:p>
          <a:p>
            <a:pPr>
              <a:spcAft>
                <a:spcPts val="1000"/>
              </a:spcAft>
              <a:defRPr sz="2100"/>
            </a:pPr>
            <a:r>
              <a:t>AI Summary module — concise revision summaries.</a:t>
            </a:r>
          </a:p>
          <a:p>
            <a:pPr>
              <a:spcAft>
                <a:spcPts val="1000"/>
              </a:spcAft>
              <a:defRPr sz="2100"/>
            </a:pPr>
            <a:r>
              <a:t>AI Flashcard module — active-recall question/answer cards.</a:t>
            </a:r>
          </a:p>
          <a:p>
            <a:pPr>
              <a:spcAft>
                <a:spcPts val="1000"/>
              </a:spcAft>
              <a:defRPr sz="2100"/>
            </a:pPr>
            <a:r>
              <a:t>AI Quiz module — MCQs with options, answer and explanation.</a:t>
            </a:r>
          </a:p>
          <a:p>
            <a:pPr>
              <a:spcAft>
                <a:spcPts val="1000"/>
              </a:spcAft>
              <a:defRPr sz="2100"/>
            </a:pPr>
            <a:r>
              <a:t>Study Plan module — schedules based on exam date and available time.</a:t>
            </a:r>
          </a:p>
          <a:p>
            <a:pPr>
              <a:spcAft>
                <a:spcPts val="1000"/>
              </a:spcAft>
              <a:defRPr sz="2100"/>
            </a:pPr>
            <a:r>
              <a:t>Admin module — users and usage statistics.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ER /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User: _id, name, email, hashed password, role, timestamps.</a:t>
            </a:r>
          </a:p>
          <a:p>
            <a:pPr>
              <a:spcAft>
                <a:spcPts val="1000"/>
              </a:spcAft>
              <a:defRPr sz="2100"/>
            </a:pPr>
            <a:r>
              <a:t>StudyMaterial: userId, title, subject, content.</a:t>
            </a:r>
          </a:p>
          <a:p>
            <a:pPr>
              <a:spcAft>
                <a:spcPts val="1000"/>
              </a:spcAft>
              <a:defRPr sz="2100"/>
            </a:pPr>
            <a:r>
              <a:t>Summary: userId, materialId, summary.</a:t>
            </a:r>
          </a:p>
          <a:p>
            <a:pPr>
              <a:spcAft>
                <a:spcPts val="1000"/>
              </a:spcAft>
              <a:defRPr sz="2100"/>
            </a:pPr>
            <a:r>
              <a:t>Flashcard: userId, materialId, question, answer.</a:t>
            </a:r>
          </a:p>
          <a:p>
            <a:pPr>
              <a:spcAft>
                <a:spcPts val="1000"/>
              </a:spcAft>
              <a:defRPr sz="2100"/>
            </a:pPr>
            <a:r>
              <a:t>Quiz: userId, materialId, questions[].</a:t>
            </a:r>
          </a:p>
          <a:p>
            <a:pPr>
              <a:spcAft>
                <a:spcPts val="1000"/>
              </a:spcAft>
              <a:defRPr sz="2100"/>
            </a:pPr>
            <a:r>
              <a:t>StudyPlan: userId, studyPlan, examDate.</a:t>
            </a:r>
          </a:p>
          <a:p>
            <a:pPr>
              <a:spcAft>
                <a:spcPts val="1000"/>
              </a:spcAft>
              <a:defRPr sz="2100"/>
            </a:pPr>
            <a:r>
              <a:t>Relationships: User 1→N Materials; Material 1→N Flashcards; User 1→N Study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MVC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Model — Mongoose schemas, validation and MongoDB operations.</a:t>
            </a:r>
          </a:p>
          <a:p>
            <a:pPr>
              <a:spcAft>
                <a:spcPts val="1000"/>
              </a:spcAft>
              <a:defRPr sz="2100"/>
            </a:pPr>
            <a:r>
              <a:t>View/API Response — structured JSON consumed by the React frontend.</a:t>
            </a:r>
          </a:p>
          <a:p>
            <a:pPr>
              <a:spcAft>
                <a:spcPts val="1000"/>
              </a:spcAft>
              <a:defRPr sz="2100"/>
            </a:pPr>
            <a:r>
              <a:t>Controller — validation, authorization, business logic and AI calls.</a:t>
            </a:r>
          </a:p>
          <a:p>
            <a:pPr>
              <a:spcAft>
                <a:spcPts val="1000"/>
              </a:spcAft>
              <a:defRPr sz="2100"/>
            </a:pPr>
            <a:r>
              <a:t>Routes — map HTTP endpoints to controllers.</a:t>
            </a:r>
          </a:p>
          <a:p>
            <a:pPr>
              <a:spcAft>
                <a:spcPts val="1000"/>
              </a:spcAft>
              <a:defRPr sz="2100"/>
            </a:pPr>
            <a:r>
              <a:t>Middleware — authentication, role checks and file validation.</a:t>
            </a:r>
          </a:p>
          <a:p>
            <a:pPr>
              <a:spcAft>
                <a:spcPts val="1000"/>
              </a:spcAft>
              <a:defRPr sz="2100"/>
            </a:pPr>
            <a:r>
              <a:t>Benefit: modularity, easier testing, debugging and future extension.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Authentication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Password → bcryptjs hash → MongoDB.</a:t>
            </a:r>
          </a:p>
          <a:p>
            <a:pPr>
              <a:spcAft>
                <a:spcPts val="1000"/>
              </a:spcAft>
              <a:defRPr sz="2100"/>
            </a:pPr>
            <a:r>
              <a:t>Login → credentials verified → signed JWT issued.</a:t>
            </a:r>
          </a:p>
          <a:p>
            <a:pPr>
              <a:spcAft>
                <a:spcPts val="1000"/>
              </a:spcAft>
              <a:defRPr sz="2100"/>
            </a:pPr>
            <a:r>
              <a:t>Protected request → Bearer token → JWT middleware.</a:t>
            </a:r>
          </a:p>
          <a:p>
            <a:pPr>
              <a:spcAft>
                <a:spcPts val="1000"/>
              </a:spcAft>
              <a:defRPr sz="2100"/>
            </a:pPr>
            <a:r>
              <a:t>JWT payload contains user ID, email and role.</a:t>
            </a:r>
          </a:p>
          <a:p>
            <a:pPr>
              <a:spcAft>
                <a:spcPts val="1000"/>
              </a:spcAft>
              <a:defRPr sz="2100"/>
            </a:pPr>
            <a:r>
              <a:t>Admin routes require the Admin role.</a:t>
            </a:r>
          </a:p>
          <a:p>
            <a:pPr>
              <a:spcAft>
                <a:spcPts val="1000"/>
              </a:spcAft>
              <a:defRPr sz="2100"/>
            </a:pPr>
            <a:r>
              <a:t>Production note: never let public registration freely choose the Admin role.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Processing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1. User selects a study material and AI feature.</a:t>
            </a:r>
          </a:p>
          <a:p>
            <a:pPr>
              <a:spcAft>
                <a:spcPts val="1000"/>
              </a:spcAft>
              <a:defRPr sz="2100"/>
            </a:pPr>
            <a:r>
              <a:t>2. Backend verifies JWT and confirms material ownership.</a:t>
            </a:r>
          </a:p>
          <a:p>
            <a:pPr>
              <a:spcAft>
                <a:spcPts val="1000"/>
              </a:spcAft>
              <a:defRPr sz="2100"/>
            </a:pPr>
            <a:r>
              <a:t>3. Controller builds a task-specific prompt.</a:t>
            </a:r>
          </a:p>
          <a:p>
            <a:pPr>
              <a:spcAft>
                <a:spcPts val="1000"/>
              </a:spcAft>
              <a:defRPr sz="2100"/>
            </a:pPr>
            <a:r>
              <a:t>4. Gemini generates text or structured JSON.</a:t>
            </a:r>
          </a:p>
          <a:p>
            <a:pPr>
              <a:spcAft>
                <a:spcPts val="1000"/>
              </a:spcAft>
              <a:defRPr sz="2100"/>
            </a:pPr>
            <a:r>
              <a:t>5. Backend validates/parses the result.</a:t>
            </a:r>
          </a:p>
          <a:p>
            <a:pPr>
              <a:spcAft>
                <a:spcPts val="1000"/>
              </a:spcAft>
              <a:defRPr sz="2100"/>
            </a:pPr>
            <a:r>
              <a:t>6. Result is stored in MongoDB.</a:t>
            </a:r>
          </a:p>
          <a:p>
            <a:pPr>
              <a:spcAft>
                <a:spcPts val="1000"/>
              </a:spcAft>
              <a:defRPr sz="2100"/>
            </a:pPr>
            <a:r>
              <a:t>7. JSON response is returned to the frontend.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REST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POST /api/auth/register — register user.</a:t>
            </a:r>
          </a:p>
          <a:p>
            <a:pPr>
              <a:spcAft>
                <a:spcPts val="1000"/>
              </a:spcAft>
              <a:defRPr sz="1800"/>
            </a:pPr>
            <a:r>
              <a:t>POST /api/auth/login — login and receive JWT.</a:t>
            </a:r>
          </a:p>
          <a:p>
            <a:pPr>
              <a:spcAft>
                <a:spcPts val="1000"/>
              </a:spcAft>
              <a:defRPr sz="1800"/>
            </a:pPr>
            <a:r>
              <a:t>POST /api/material — create text material.</a:t>
            </a:r>
          </a:p>
          <a:p>
            <a:pPr>
              <a:spcAft>
                <a:spcPts val="1000"/>
              </a:spcAft>
              <a:defRPr sz="1800"/>
            </a:pPr>
            <a:r>
              <a:t>POST /api/material/upload — upload material.</a:t>
            </a:r>
          </a:p>
          <a:p>
            <a:pPr>
              <a:spcAft>
                <a:spcPts val="1000"/>
              </a:spcAft>
              <a:defRPr sz="1800"/>
            </a:pPr>
            <a:r>
              <a:t>POST /api/ai/summary/:id — generate summary.</a:t>
            </a:r>
          </a:p>
          <a:p>
            <a:pPr>
              <a:spcAft>
                <a:spcPts val="1000"/>
              </a:spcAft>
              <a:defRPr sz="1800"/>
            </a:pPr>
            <a:r>
              <a:t>POST /api/ai/flashcards — generate flashcards.</a:t>
            </a:r>
          </a:p>
          <a:p>
            <a:pPr>
              <a:spcAft>
                <a:spcPts val="1000"/>
              </a:spcAft>
              <a:defRPr sz="1800"/>
            </a:pPr>
            <a:r>
              <a:t>POST /api/ai/quiz — generate MCQ quiz.</a:t>
            </a:r>
          </a:p>
          <a:p>
            <a:pPr>
              <a:spcAft>
                <a:spcPts val="1000"/>
              </a:spcAft>
              <a:defRPr sz="1800"/>
            </a:pPr>
            <a:r>
              <a:t>POST /api/ai/study-plan — generate personalized plan.</a:t>
            </a:r>
          </a:p>
          <a:p>
            <a:pPr>
              <a:spcAft>
                <a:spcPts val="1000"/>
              </a:spcAft>
              <a:defRPr sz="1800"/>
            </a:pPr>
            <a:r>
              <a:t>GET /api/admin/dashboard — admin statistics.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Coding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index.js</a:t>
            </a:r>
          </a:p>
          <a:p>
            <a:pPr>
              <a:spcAft>
                <a:spcPts val="1000"/>
              </a:spcAft>
              <a:defRPr sz="2100"/>
            </a:pPr>
            <a:r>
              <a:t>src/config/db.js</a:t>
            </a:r>
          </a:p>
          <a:p>
            <a:pPr>
              <a:spcAft>
                <a:spcPts val="1000"/>
              </a:spcAft>
              <a:defRPr sz="2100"/>
            </a:pPr>
            <a:r>
              <a:t>src/models/{User,Material,Summary,Flashcard,Quiz,StudyPlan}.js</a:t>
            </a:r>
          </a:p>
          <a:p>
            <a:pPr>
              <a:spcAft>
                <a:spcPts val="1000"/>
              </a:spcAft>
              <a:defRPr sz="2100"/>
            </a:pPr>
            <a:r>
              <a:t>src/controllers/{auth,material,ai,admin}.controller.js</a:t>
            </a:r>
          </a:p>
          <a:p>
            <a:pPr>
              <a:spcAft>
                <a:spcPts val="1000"/>
              </a:spcAft>
              <a:defRPr sz="2100"/>
            </a:pPr>
            <a:r>
              <a:t>src/routes/{auth,material,ai,admin}.routes.js</a:t>
            </a:r>
          </a:p>
          <a:p>
            <a:pPr>
              <a:spcAft>
                <a:spcPts val="1000"/>
              </a:spcAft>
              <a:defRPr sz="2100"/>
            </a:pPr>
            <a:r>
              <a:t>src/middleware/{auth,upload}.js</a:t>
            </a:r>
          </a:p>
          <a:p>
            <a:pPr>
              <a:spcAft>
                <a:spcPts val="1000"/>
              </a:spcAft>
              <a:defRPr sz="2100"/>
            </a:pPr>
            <a:r>
              <a:t>src/utils/gemini.js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npm install</a:t>
            </a:r>
          </a:p>
          <a:p>
            <a:pPr>
              <a:spcAft>
                <a:spcPts val="1000"/>
              </a:spcAft>
              <a:defRPr sz="2100"/>
            </a:pPr>
            <a:r>
              <a:t>Copy .env.example → .env</a:t>
            </a:r>
          </a:p>
          <a:p>
            <a:pPr>
              <a:spcAft>
                <a:spcPts val="1000"/>
              </a:spcAft>
              <a:defRPr sz="2100"/>
            </a:pPr>
            <a:r>
              <a:t>Set MONGO_URI, JWT_SECRET and GEMINI_API_KEY.</a:t>
            </a:r>
          </a:p>
          <a:p>
            <a:pPr>
              <a:spcAft>
                <a:spcPts val="1000"/>
              </a:spcAft>
              <a:defRPr sz="2100"/>
            </a:pPr>
            <a:r>
              <a:t>Optional: set GEMINI_MODEL=gemini-2.5-flash.</a:t>
            </a:r>
          </a:p>
          <a:p>
            <a:pPr>
              <a:spcAft>
                <a:spcPts val="1000"/>
              </a:spcAft>
              <a:defRPr sz="2100"/>
            </a:pPr>
            <a:r>
              <a:t>Development: npm run dev</a:t>
            </a:r>
          </a:p>
          <a:p>
            <a:pPr>
              <a:spcAft>
                <a:spcPts val="1000"/>
              </a:spcAft>
              <a:defRPr sz="2100"/>
            </a:pPr>
            <a:r>
              <a:t>Production-style start: npm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Postman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Register → Login → copy JWT.</a:t>
            </a:r>
          </a:p>
          <a:p>
            <a:pPr>
              <a:spcAft>
                <a:spcPts val="1000"/>
              </a:spcAft>
              <a:defRPr sz="2100"/>
            </a:pPr>
            <a:r>
              <a:t>Set Authorization: Bearer &lt;JWT&gt;.</a:t>
            </a:r>
          </a:p>
          <a:p>
            <a:pPr>
              <a:spcAft>
                <a:spcPts val="1000"/>
              </a:spcAft>
              <a:defRPr sz="2100"/>
            </a:pPr>
            <a:r>
              <a:t>Create/upload study material.</a:t>
            </a:r>
          </a:p>
          <a:p>
            <a:pPr>
              <a:spcAft>
                <a:spcPts val="1000"/>
              </a:spcAft>
              <a:defRPr sz="2100"/>
            </a:pPr>
            <a:r>
              <a:t>Generate summary and verify saved response.</a:t>
            </a:r>
          </a:p>
          <a:p>
            <a:pPr>
              <a:spcAft>
                <a:spcPts val="1000"/>
              </a:spcAft>
              <a:defRPr sz="2100"/>
            </a:pPr>
            <a:r>
              <a:t>Generate flashcards and quiz.</a:t>
            </a:r>
          </a:p>
          <a:p>
            <a:pPr>
              <a:spcAft>
                <a:spcPts val="1000"/>
              </a:spcAft>
              <a:defRPr sz="2100"/>
            </a:pPr>
            <a:r>
              <a:t>Generate study plan using exam date and hours/day.</a:t>
            </a:r>
          </a:p>
          <a:p>
            <a:pPr>
              <a:spcAft>
                <a:spcPts val="1000"/>
              </a:spcAft>
              <a:defRPr sz="2100"/>
            </a:pPr>
            <a:r>
              <a:t>Login as Admin → test admin dashboard/users endpoints.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Scenario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Rahul gets one platform for material management and AI-powered revision.</a:t>
            </a:r>
          </a:p>
          <a:p>
            <a:pPr>
              <a:spcAft>
                <a:spcPts val="1000"/>
              </a:spcAft>
              <a:defRPr sz="2100"/>
            </a:pPr>
            <a:r>
              <a:t>Manual preparation effort is reduced.</a:t>
            </a:r>
          </a:p>
          <a:p>
            <a:pPr>
              <a:spcAft>
                <a:spcPts val="1000"/>
              </a:spcAft>
              <a:defRPr sz="2100"/>
            </a:pPr>
            <a:r>
              <a:t>Generated resources remain available for later revision.</a:t>
            </a:r>
          </a:p>
          <a:p>
            <a:pPr>
              <a:spcAft>
                <a:spcPts val="1000"/>
              </a:spcAft>
              <a:defRPr sz="2100"/>
            </a:pPr>
            <a:r>
              <a:t>The modular architecture supports adding new AI learning features.</a:t>
            </a:r>
          </a:p>
          <a:p>
            <a:pPr>
              <a:spcAft>
                <a:spcPts val="1000"/>
              </a:spcAft>
              <a:defRPr sz="2100"/>
            </a:pPr>
            <a:r>
              <a:t>Secure API boundaries protect private resources and administrative functions.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Real PDF/DOCX text extraction and OCR for scanned notes.</a:t>
            </a:r>
          </a:p>
          <a:p>
            <a:pPr>
              <a:spcAft>
                <a:spcPts val="1000"/>
              </a:spcAft>
              <a:defRPr sz="2100"/>
            </a:pPr>
            <a:r>
              <a:t>Spaced-repetition scheduling and progress analytics.</a:t>
            </a:r>
          </a:p>
          <a:p>
            <a:pPr>
              <a:spcAft>
                <a:spcPts val="1000"/>
              </a:spcAft>
              <a:defRPr sz="2100"/>
            </a:pPr>
            <a:r>
              <a:t>Streaming AI responses for faster perceived performance.</a:t>
            </a:r>
          </a:p>
          <a:p>
            <a:pPr>
              <a:spcAft>
                <a:spcPts val="1000"/>
              </a:spcAft>
              <a:defRPr sz="2100"/>
            </a:pPr>
            <a:r>
              <a:t>Cloud file storage and virus scanning.</a:t>
            </a:r>
          </a:p>
          <a:p>
            <a:pPr>
              <a:spcAft>
                <a:spcPts val="1000"/>
              </a:spcAft>
              <a:defRPr sz="2100"/>
            </a:pPr>
            <a:r>
              <a:t>Rate limiting, request logging and stronger admin provisioning.</a:t>
            </a:r>
          </a:p>
          <a:p>
            <a:pPr>
              <a:spcAft>
                <a:spcPts val="1000"/>
              </a:spcAft>
              <a:defRPr sz="2100"/>
            </a:pPr>
            <a:r>
              <a:t>Automated tests and CI/CD deployment.</a:t>
            </a:r>
          </a:p>
          <a:p>
            <a:pPr>
              <a:spcAft>
                <a:spcPts val="1000"/>
              </a:spcAft>
              <a:defRPr sz="2100"/>
            </a:pPr>
            <a:r>
              <a:t>React dashboard with charts, quiz scoring and study streaks.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LearnMate combines secure backend engineering with generative AI.</a:t>
            </a:r>
          </a:p>
          <a:p>
            <a:pPr>
              <a:spcAft>
                <a:spcPts val="1000"/>
              </a:spcAft>
              <a:defRPr sz="2100"/>
            </a:pPr>
            <a:r>
              <a:t>The architecture separates authentication, business logic, AI services and data access.</a:t>
            </a:r>
          </a:p>
          <a:p>
            <a:pPr>
              <a:spcAft>
                <a:spcPts val="1000"/>
              </a:spcAft>
              <a:defRPr sz="2100"/>
            </a:pPr>
            <a:r>
              <a:t>Students receive summaries, flashcards, quizzes and personalized study plans.</a:t>
            </a:r>
          </a:p>
          <a:p>
            <a:pPr>
              <a:spcAft>
                <a:spcPts val="1000"/>
              </a:spcAft>
              <a:defRPr sz="2100"/>
            </a:pPr>
            <a:r>
              <a:t>The platform is designed as a scalable foundation for intelligent learning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LearnMate — AI Assistant for Smarter Learning and Study Support</a:t>
            </a:r>
          </a:p>
          <a:p>
            <a:pPr>
              <a:spcAft>
                <a:spcPts val="1000"/>
              </a:spcAft>
              <a:defRPr sz="2100"/>
            </a:pPr>
            <a:r>
              <a:t>Questions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LearnMate AI StudyBuddy  •  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